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C234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C2340"/>
                </a:solidFill>
                <a:latin typeface="Arial"/>
              </a:rPr>
              <a:t>Reisedistanz konvergiert stabil über Seeds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Reise-km (Mio)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Seed 42</c:v>
                  </c:pt>
                  <c:pt idx="1">
                    <c:v>Seed 7</c:v>
                  </c:pt>
                  <c:pt idx="2">
                    <c:v>Seed 11</c:v>
                  </c:pt>
                  <c:pt idx="3">
                    <c:v>Seed 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2.12</c:v>
                </c:pt>
                <c:pt idx="2">
                  <c:v>2.17</c:v>
                </c:pt>
                <c:pt idx="3">
                  <c:v>2.07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5"/>
          <c:min val="1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MLB LOGISTICS OPTIMIZER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Saisonplan-Optimierung — Reise, Revenue &amp; CBA-Compliance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Stakeholder-Review</a:t>
            </a:r>
            <a:pPr indent="0" marL="0">
              <a:buNone/>
            </a:pPr>
            <a:r>
              <a:rPr lang="en-US" sz="15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Sprint 2.12   ·   31. Mai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Exec-Überblick vorne · Technischer Anhang ab Folie 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AUFGABE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Saisonplan ist ein hartes Optimierungsproblem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 / Saison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0574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Kalendertage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Konkurrierende Ziele: </a:t>
            </a:r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 Reisedistanz, maximaler Gate-/TV-Revenue, geringe Spieler-Fatigue — bei gleichzeitiger Einhaltung harter CBA-Regeln (max. Auswärts-Tage, Off-Day-Frequenz, All-Star-Break).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werden MLB-Spielpläne weitgehend manuell erstellt — Trade-offs bleiben implizit.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Optimierter Plan, Alternativen und Szenarien — in Sekunden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3383280" cy="109728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Optimierter Basisplan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findet einen regelkonformen Plan, Simulated Annealing minimiert die Reise — voll deterministisch in ~15–35 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103120"/>
            <a:ext cx="3383280" cy="109728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Pareto-Front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einer Black-Box-Lösung: mehrere nicht-dominierte Pläne über 8 Dimensionen. Trade-offs werden explizit sichtbar.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2103120"/>
            <a:ext cx="3383280" cy="109728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What-if-Engine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0" y="32918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„Was kostet ein Stadion-Blackout?“ — lokale Re-Planung mit Validitäts-Garantien in unter 2 Sekunden.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Harte, messbare Zahlen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A0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~2,1 Mio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715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Reise-km (alle Seeds)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5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−1,40 %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715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Liga-Ist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A0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35 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715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voller Saisonlauf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A0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869680" y="2715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3383280"/>
          <a:ext cx="69494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955280" y="3566160"/>
            <a:ext cx="3566160" cy="2468880"/>
          </a:xfrm>
          <a:prstGeom prst="rect">
            <a:avLst/>
          </a:prstGeom>
          <a:solidFill>
            <a:srgbClr val="0C23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Robustheit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0" y="42976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vier Zufalls-Seeds liefert der Generator stets OPTIMAL und km im engen 2,07–2,17-Mio-Korridor.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Seed → bit-identisches Ergebnis.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CBA-Regeln: ehrlicher Status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128016" cy="35661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7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AC-2.1.9  ✓ garantiert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20 Spieltage je 21-Tage-Fenster.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3832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 durch periodische Break-Days im CP-SAT (Pigeonhole-Argument). </a:t>
            </a:r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Verletzungen über alle vier verifizierten Seeds.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5422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2103120"/>
            <a:ext cx="128016" cy="356616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AC-2.1.8  ◐ offene Limitation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13 „days away from home“ (Off-Days zählen mit).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3832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 durchgesetzt (SA-Penalty + Repair): worst-case ~17–24 Tage bei 2–6 Teams je Seed — deutlich reduziert, aber nicht garantiert ≤13.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Optionaler LNS-Repair senkt die Verletzer messbar (≈4–9 → 3). 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Strukturelle Garantie = eigenes Forschungsproblem (Folie 11).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MEHRWERT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Pareto-Front: Trade-offs explizit statt Black-Box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Zieldimensionen, mehrere nicht-dominierte Pläne (~2,2 s) — Entscheider wählen den Trade-off bewusst: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900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Reisedistanz (km)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9900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606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Gate-Revenue (USD)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9900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Spieler-Fatigue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69680" y="26060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29900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0" y="2606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Away-Streak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3616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Off-Day-Varianz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9776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11880" y="43616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3977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TV-Slot-Score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9776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3616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3977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Event-Friction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69680" y="397764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98280" y="4361688"/>
            <a:ext cx="365760" cy="3657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7" name="Text 35"/>
          <p:cNvSpPr/>
          <p:nvPr/>
        </p:nvSpPr>
        <p:spPr>
          <a:xfrm>
            <a:off x="90982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0" y="39776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Constraint-Violations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bei ungünstigen Seeds liefert ein Least-Bad-Fallback eine Diagnose statt eines Absturzes.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What-if-Engine: Antworten in unter 2 Sekunden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 erzwingen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„NYY @ BOS am 4. Juli?“ — Plan wird lokal angepasst, kollidierende Spiele verschoben, Validität geprüft.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46888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Stadion-Blackout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„HOU-Konzert blockt 15./16. Aug?“ — Heimspiele umplanen, Delta in allen 8 Dimensionen quantifizieren.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19456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46888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 vs. Plan 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Pareto-Pläne direkt vergleichen — Reise-, Revenue-, Fatigue-Delta auf einen Blick.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CP-SAT-Neustart — direkt für ein interaktives Dashboard nutzbar.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Ehrlicher Status &amp; nächste Schritte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Reif &amp; belegt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Pipeline, ~2,1 Mio km, AC-2.1.9 garantiert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Pareto-Front + What-if produktiv nutzbar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~297 Tests grün, Revenue −1,40 % geeicht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Sauberer, getesteter, modularer Code (A20/A21)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22392" cy="3657600"/>
          </a:xfrm>
          <a:prstGeom prst="rect">
            <a:avLst/>
          </a:prstGeom>
          <a:solidFill>
            <a:srgbClr val="0C23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AC-2.1.8 strukturell: matchup-bewusste HAP / Branch-and-Price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CI/CD-Gate (pytest + mypy + pyflakes je PR)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Stakeholder-Workshop zur Pareto-Front mit MLB-Ops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 Revenue-Neukalibrierung als Skript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 produktiv härten (Auth, Job-Queue)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TECHNISCHER ANHANG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· AC-2.1.8-Analyse · Backup-Pipeline · Tests · Daten &amp; Integration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Zweistufige Pipeline + Pareto-Explorer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46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3246120" cy="54864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CP-SAT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platziert Serien (NoOverlap, Break-Days). Feasibler Plan, AC-2.1.9 strukturell. ~0,2 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50208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46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286000"/>
            <a:ext cx="3246120" cy="54864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Simulated Annealing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Minimiert Reise-km; Fatigue-Penalty (λ=1e6) + AC-2.1.8-Repair. Inkrementell, deterministisch.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53528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3246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286000"/>
            <a:ext cx="3246120" cy="5486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Pareto-Explorer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30175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über 6 Profile + Dirichlet-Mix → Dominanz-Filter → nicht-dominierte Plan-Menge.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&amp; Disruption setzen auf denselben ParetoBundle-Komponenten auf (8 Dimensionen).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AC-2.1.8: warum keine einfache Garantie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 ist das APX-harte Traveling Tournament Problem. </a:t>
            </a:r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CP-SAT-Standardansätze sind im 1-Worker-Modus alle intraktabel (UNKNOWN):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6766560" cy="2651760"/>
        </p:xfrm>
        <a:graphic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Ansatz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Größe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Monolithische Gap-Formulierung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~23k Bool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35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+ virtueller Break-Anker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~23k Bool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Drei-Phasen-Decomposition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~halb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Automaton / Regular-Constraint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~150k Bool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22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Automaton + lokale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~23k Bool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25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468880"/>
            <a:ext cx="3749040" cy="3566160"/>
          </a:xfrm>
          <a:prstGeom prst="rect">
            <a:avLst/>
          </a:prstGeom>
          <a:solidFill>
            <a:srgbClr val="0C23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elegante Lösung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0" y="32004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Dekomposition (Branch-and-Price / HAP) ist in colgen.solve_global_hap gebaut — verifiziert worst_away = 13, aber nur RELAXIERT (emergente Matchups).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echten Matchup-Quoten infeasible → wieder volles TTP.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Produktiv: optionaler LNS-Repair (≈4–9 → 3 Verletzer, kein ≤13-Beweis).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Volldetails: docs/Q10_ANALYSE_UND_RECHERCHE.md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 / Column-Generation (Trick/Nemhauser)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zum Hauptpfad existiert die akademische Pipeline — sie setzt AC-2.1.8 by construction durch: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109728" cy="105156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24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A — Pacing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5146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Per-Team-CP-SAT erzeugt AC-2.1.8/9-konforme Tagesmuster. 30 Teams in ~2,8 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21608"/>
            <a:ext cx="109728" cy="105156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3133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Globaler HAP-Solver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721608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Teams simultan, Pair-Matching garantiert. OPTIMAL in ~11–16 s, worst_away = 13.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928616"/>
            <a:ext cx="109728" cy="105156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383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B — Slot-Matching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4928616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Soft-Constraint, immer feasible. Restliche „Boundary Single Games“ strukturell minimal.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A20: in das Subpackage src/colgen/ (patterns · rmp · pricing · engine · hap) aufgeteilt.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Getestet, deterministisch, sauber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~297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grün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0" y="3035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 xfail (ehrlich)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3035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Hypothesis-Examples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69680" y="2103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44000" y="3035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pyflakes-Warnungen*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Property-Based-Tests (hypothesis): </a:t>
            </a:r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AC-2.1.8-Implementierungen stimmen überein; der Repair erzeugt nie eine neue Verletzung.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Determinismus: </a:t>
            </a:r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num_search_workers=1 + feste Seeds → bit-identische Ergebnisse. Dependencies gepinnt. Zwei unabhängige Audit-Runden (A-1…A-6, QA Q1–Q9) + Q10-Analyse.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im aktiven src/-Pfad (ein dokumentierter Re-Export ausgenommen)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75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&amp;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Datengrundlage und Schnittstellen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Teams, Koordinaten, Zeitzonen (MLB Stats API)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2026 verifiziert: Sutter Health Park, West Sacramento (Pacific)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Revenue/TV Sportico-kalibriert (2024)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Events/Wetter kuratiert; Matchups aus Vorjahres-Saison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22392" cy="3657600"/>
          </a:xfrm>
          <a:prstGeom prst="rect">
            <a:avLst/>
          </a:prstGeom>
          <a:solidFill>
            <a:srgbClr val="0C23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-m src.main --season 2026 --pareto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D3-Dashboard (Pareto-Explorer)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REST-API-Skelett (FastAPI): /generate, /pareto, /whatif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OpenAPI/Swagger-Doku out of the box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Fragen &amp; Diskussion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Logistics Optimizer — vom optimierten Plan zur erklärbaren Entscheidung.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Bericht: docs/GESAMTBERICHT_FUER_REVIEW.md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 Logistics Optimizer — Stakeholder Review</dc:title>
  <dc:subject>PptxGenJS Presentation</dc:subject>
  <dc:creator>MLB Logistics Optimizer</dc:creator>
  <cp:lastModifiedBy>MLB Logistics Optimizer</cp:lastModifiedBy>
  <cp:revision>1</cp:revision>
  <dcterms:created xsi:type="dcterms:W3CDTF">2026-06-01T06:33:48Z</dcterms:created>
  <dcterms:modified xsi:type="dcterms:W3CDTF">2026-06-01T06:33:48Z</dcterms:modified>
</cp:coreProperties>
</file>