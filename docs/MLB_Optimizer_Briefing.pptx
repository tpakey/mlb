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Reise-km pro Profil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Reise-km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Balanced</c:v>
                  </c:pt>
                  <c:pt idx="1">
                    <c:v>Player Health</c:v>
                  </c:pt>
                  <c:pt idx="2">
                    <c:v>Revenue Max</c:v>
                  </c:pt>
                  <c:pt idx="3">
                    <c:v>Fan-First</c:v>
                  </c:pt>
                  <c:pt idx="4">
                    <c:v>Sustainability</c:v>
                  </c:pt>
                  <c:pt idx="5">
                    <c:v>Fairness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769830.1920636534</c:v>
                </c:pt>
                <c:pt idx="1">
                  <c:v>816407.238730768</c:v>
                </c:pt>
                <c:pt idx="2">
                  <c:v>822717.8242627796</c:v>
                </c:pt>
                <c:pt idx="3">
                  <c:v>808769.0181233231</c:v>
                </c:pt>
                <c:pt idx="4">
                  <c:v>762130.1500430745</c:v>
                </c:pt>
                <c:pt idx="5">
                  <c:v>812724.2288814149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MLB Logistics Optimizer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League-Grade Scheduling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Briefing  -  Saison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Optimierung - Tradeoff-Profile - KI-gestuetzte Erklaerung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Teams - 162 Spiele - 2.430 Matchups - 6 Monate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91440" cy="4114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Reiseaufwand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legen pro Saison rund 50.000 km zurueck. Coast-to-coast-Trips, Uebernachtfluege und Zeitzonen-Hops haeufen Muedigkeit.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6118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828800"/>
            <a:ext cx="91440" cy="4114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Konfligierende Ziele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65176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minimieren vs. TV-Slots maximieren vs. Fairness vs. Wetter-Risiko - alles gleichzeitig befriedigen ist mathematisch unmoeglich.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6118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828800"/>
            <a:ext cx="91440" cy="4114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Politische Tradeoffs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265176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Dimension hat Vorrang? Spielergesundheit? Revenue? Fairness? Die Antwort ist nicht technisch - sie ist strategisch.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Methodik: Hard vs. Soft Constraints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Niemals verletzbar - binaer - operativ zwingend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Saisonstruktur (30 Teams, 162 Spiele)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Slot-Invariante (1 Serie/Team/Slot)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Heim/Auswaerts-Balance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All-Star-Break-Fenster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Stadion-Blackouts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Travel-Feasibility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Labor-Agreement-Limits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486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463040"/>
            <a:ext cx="91440" cy="45720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Constraints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Verhandelbar - gewichtet - die echte Optimierung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- km, Stunden, Zeitzonen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- Reisedichte, Backstage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- Varianz zwischen Teams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- Marquee-Visibility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- Wochenend-Slots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- Kaelte/Hitze/Hurricane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- Reparatur-Optionen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Verletzungen erzeugen benannte Penalties (z. B. TRV_EAST_OVERNIGHT = 180 km-Equivalent).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Multi-Score-System - 8 Dimensionen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Optimierungs-Schritt wird in 8 Score-Kategorien zerlegt - keine einzige Aggregat-Zahl.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Burden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km, Stunden, Zeitzonen-Hops, Ostkurs-Uebernachter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828800"/>
            <a:ext cx="73152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514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Reisedichte, lange Auswaertstrips, kumulative Belastung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73152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Off-Day-Qualitaet, Ankunftszeiten, Erholungsfenster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828800"/>
            <a:ext cx="73152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2514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 zwischen Teams in km, Ruhetagen, TV-Zeit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23360"/>
            <a:ext cx="73152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Value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Marquee-Visibility, Primetime-Qualitaet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402336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4023360"/>
            <a:ext cx="73152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Wochenend-Auslastung, Holiday-Matchups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02336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023360"/>
            <a:ext cx="73152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Kaelte April, Hitze Juli, Hurricane-Fenster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402336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52560" y="4023360"/>
            <a:ext cx="73152" cy="1920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34" name="Text 32"/>
          <p:cNvSpPr/>
          <p:nvPr/>
        </p:nvSpPr>
        <p:spPr>
          <a:xfrm>
            <a:off x="923544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3544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Reparatur-Optionen bei Ausfall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Tradeoff-Profile - politische Konfigurierbarkeit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Profil gewichtet die 8 Score-Kategorien anders. Die Wahl ist strategisch, nicht technisch.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1417320"/>
                <a:gridCol w="1508760"/>
                <a:gridCol w="150876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Fett markierte Werte zeigen die jeweils prioritaere Dimension des Profils.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- Balanced-Profil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Baseline-Plan (Round-Robin) zu optimiertem Plan nach 2.500 Iterationen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-28.4%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Reisedistanz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5176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1.896 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56616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gespart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5176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$10.3M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Reisekosten gespart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5176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344,8 k km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23544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Fluege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Vergleichszahlen pro Saison (alle 30 Teams kombiniert):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1.212.990 km - 6.671 t CO2 - $36.39 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Optimiert: 868.202 km - 4.775 t CO2 - $26.05 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Profil-Vergleich - Pareto-Front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Profil dominiert in allen Dimensionen. Die Wahl ist eine Werteentscheidung.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737360"/>
            <a:ext cx="36576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21040" y="246888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minimiert km am staerksten.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Max akzeptiert hoehere Distanzen fuer TV-Werte.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Health priorisiert Recovery, nicht reine Strecke.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ist guter Default - keine Dimension dominiert.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enkodieren Liga-Werte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hoch bestraft ist, ist das, was die Liga wirklich wertschaetzt. Auswahl: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91440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Was wird bestraft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Basis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Warum es zaehlt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BCAST_RIVALRY_HIDDEN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Marquee-Matchup ausserhalb Primetime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Verschwendete TV-Reichweite, Revenue-Verlust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TRV_CROSS_COUNTRY_TURNAROUND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Cross-Country mit &lt;24h Pause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Verletzungsrisiko, Performance-Drop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FAT_COMPRESSED_SCHEDULE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Doubleheader nach Reisetag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Operativ kritisch, Spieler-Belastung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TRV_FOURTH_TZ_8DAYS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 Zeitzonen-Hop in 8 Tagen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Kumulative Muedigkeit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FAIR_REST_DELTA_4PLUS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Rest-Differenz &gt;4 Tage zwischen Gegnern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Sportliche Fairness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FAT_14_CONSEC_GAMES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14+ Spiele ohne Off-Day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Bullpen-Stress, Recovery-Luecke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WX_HURRICANE_WINDOW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Heimserie im Hurricane-Fenster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Wettervorbehalt, Verschiebungsrisiko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TRV_EAST_OVERNIGHT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Westkueste-Ostkueste Uebernachtflug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Haerteste Belastungsmuster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WX_COLD_OPEN_APRIL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Heimserie in Kaltstadt im April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Spielqualitaet, Verletzungsrisiko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System-Architektur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testbar, erweiterbar - jedes Modul mit klarem Vertrag.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Laedt Teams, Soft-Factors, validiert Liga-Struktur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916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4964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+ Charter-Flugmodell, globale Distanzmatrix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791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schedule_generator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Round-Robin-Baseline-Plan, Heim/Auswaerts-Balance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6060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6060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6791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964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Hard-Constraint-Validator, laeuft nach jedem Move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5204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593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benannter Penalties mit Basis-Werten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5204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5204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593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4964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Score-Kategorien, Detail-Komponenten, Penalty-Hits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4348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507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926080" y="4526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Tradeoff-Profile - gewichten die Aggregation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44348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44348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507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549640" y="4526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Annealing, 3 Move-Typen, Hard-Check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3492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422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926080" y="5440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fuer Stakeholder: km, CO2, USD, Stunden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5349240"/>
            <a:ext cx="54406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5349240"/>
            <a:ext cx="73152" cy="8229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5422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ai_explainer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549640" y="5440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Erklaerung, austauschbar gegen LLM-Call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Naechste Schritte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wir hin koennen von hier aus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40680" cy="1828800"/>
          </a:xfrm>
          <a:prstGeom prst="rect">
            <a:avLst/>
          </a:prstGeom>
          <a:solidFill>
            <a:srgbClr val="2A387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91440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MLB-Daten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Round-Robin-Baseline durch MLB Stats API ersetzen - echter 162-Spiele-Kalender mit Off-Days und Series-Variation.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194560"/>
            <a:ext cx="5440680" cy="1828800"/>
          </a:xfrm>
          <a:prstGeom prst="rect">
            <a:avLst/>
          </a:prstGeom>
          <a:solidFill>
            <a:srgbClr val="2A3870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2194560"/>
            <a:ext cx="91440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MIP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28803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durch Mixed-Integer-Programming-Solver ergaenzen - hoehere Loesungsqualitaet, laengere Laufzeit.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440680" cy="1828800"/>
          </a:xfrm>
          <a:prstGeom prst="rect">
            <a:avLst/>
          </a:prstGeom>
          <a:solidFill>
            <a:srgbClr val="2A387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91440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Echter LLM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ai_explainer.narrate() gegen Anthropic-API-Aufruf austauschen - natuerlich-sprachige Stakeholder-Reports.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297680"/>
            <a:ext cx="5440680" cy="1828800"/>
          </a:xfrm>
          <a:prstGeom prst="rect">
            <a:avLst/>
          </a:prstGeom>
          <a:solidFill>
            <a:srgbClr val="2A3870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4297680"/>
            <a:ext cx="91440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Stakeholder-Workshop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Tradeoff-Profile mit Liga-Vertretern kalibrieren - welche Gewichte spiegeln echte Werte wider?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Forschungsprototyp - Multi-Objective Optimization - Konfigurierbare Werte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MLB Logistics Optimizer - Stakeholder Briefing</dc:title>
  <dc:subject>PptxGenJS Presentation</dc:subject>
  <dc:creator>MLB Logistics Optimizer</dc:creator>
  <cp:lastModifiedBy>MLB Logistics Optimizer</cp:lastModifiedBy>
  <cp:revision>1</cp:revision>
  <dcterms:created xsi:type="dcterms:W3CDTF">2026-05-21T19:59:57Z</dcterms:created>
  <dcterms:modified xsi:type="dcterms:W3CDTF">2026-05-21T19:59:57Z</dcterms:modified>
</cp:coreProperties>
</file>