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Review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 gegen echte MLB-Saisondaten 2024 &amp; 2025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Datenquelle: offizielle MLB Stats API  ·  4.864 Spiele  ·  30 Teams  ·  zwei Saisons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Hauptbefund: Trip-Routing ist kein grosser Hebel - Sprint 2 muss tiefer.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Sanity-Check: Unser Modell trifft die Realitaet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Berechnete Reise-km vs. publizierte MLB-Durchschnitte 2024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365760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Pruefkriterium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Unser Modell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Erwartung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Saisonschnitt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56.995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47.000-58.000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Top-Reise-Team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 (76.142 km)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Mariners (publiziert)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Top-Reise-Team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(78.780 km)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A's wegen Sacramento-Interim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Wenig-Reise-Teams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CHC, CIN, PIT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zentrale Geografie - publiziert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Total-Spiele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2.432 (Final + Completed Early)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2.430 + 2 (Seoul Series)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Konsequenz: alle weiteren Aussagen ueber Einsparungen stehen auf belastbarem Modell-Fundament.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ehrliche Sprint-1-Befund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391 Road Trips sind bereits TSP-optimal geroutet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MLBs Scheduler arbeitet sauber.  Wir bestaetigen das hier mit harten Daten - nicht mit Mutmassungen.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das?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Intra-Trip-Routing: 1,06 % Einsparung (2024) / 0,91 % (2025)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$0,54 M / 100 t CO2 (2024) - real, aber kein Verkaufsargument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 der Trips sind allerdings deutlich suboptimal (bis 28 %!)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echte Sprint-2-Geld liegt bei der koordinierten Schedule-Restrukturierung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Sprint-2-Erwartung: 3-8 % Einsparung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Anekdote: Die Mets-Tour vom 19.-26. Mai 2024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Trip-Routing dramatisch schiefging - und was Sprint 2 verhindern wuerde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lief (Original)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NYM  →  LAA  →  STL  →  COL  →  SEA  →  NYM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Heim (NYM) zur Westkueste (LAA, Anaheim)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Zurueck Mitte (STL, St. Louis)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Mitte-West (COL, Denver)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Zurueck Westkueste (SEA, Seattle)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Heim (NYM, New York)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Richtungswechsel - klassischer Cross-Country-Zigzag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geografisch optimal ginge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NYM  →  STL  →  COL  →  LAA  →  SEA  →  NYM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Heim (NYM) nach Mitte (STL)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Mitte-West (COL)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Westkueste (LAA)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Westkueste (SEA)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Heim (NYM)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 monoton von Ost nach West, dann zurueck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035040"/>
            <a:ext cx="112471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allein in diesem einen Trip: 3.782 km  =  28,5 %  =  ~21 t CO2  =  ~$110.000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Wo das echte Geld liegt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Koordinierte Schedule-Restrukturierung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92024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91440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 statt Simulated Annealing.  Das ist, was MLB selbst nutzt - hoechste Loesungsqualitaet, laengere Laufzeit. Multi-Team-Move-Operatoren auf Heim-Termin-Ebene.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192024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920240"/>
            <a:ext cx="91440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Constraint-Modell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Matchup-Aufkommen pro Paarung erhalten (13 vs Division, 6 vs Liga, 4 vs Interleague). Heim/Auswaerts-Balance erhalten. Soft-Constraints: weiches Wetterfenster, Fan-Engagement-Verteilung, TV-Slots.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40680" cy="192024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91440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Erwartete Einsparung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3-8 % Liga-weit gegenueber dem realen 2024er-Plan. Bei 1,71 Mio km Original entspricht das 50.000-140.000 km, $1,5-4,2 M, 275-770 t CO2.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440680" cy="192024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4114800"/>
            <a:ext cx="91440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Erfolgskriterium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koennen einer MLB-Fuehrungsperson einen alternativen 162-Spiele-Plan zeigen, der &gt;=3 % Reisedistanz spart - bei nachweisbarer Constraint-Erhaltung. Audit-trail pro Tradeoff.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Start: 2026-06-05  ·  Sprint-2-Dauer: 2 Wochen  ·  Deliverable: alternativer 162-Spiele-Plan + Audit-Bericht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 Review - MLB Logistics Optimizer</dc:title>
  <dc:subject>PptxGenJS Presentation</dc:subject>
  <dc:creator>MLB Logistics Optimizer</dc:creator>
  <cp:lastModifiedBy>MLB Logistics Optimizer</cp:lastModifiedBy>
  <cp:revision>1</cp:revision>
  <dcterms:created xsi:type="dcterms:W3CDTF">2026-05-22T11:47:45Z</dcterms:created>
  <dcterms:modified xsi:type="dcterms:W3CDTF">2026-05-22T11:47:45Z</dcterms:modified>
</cp:coreProperties>
</file>